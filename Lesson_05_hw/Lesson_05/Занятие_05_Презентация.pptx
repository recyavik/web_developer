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60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49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C026D3">
              <a:alpha val="20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ИМТ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psycopg2 · SELECT / INSERT · История измерений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286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97180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971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97180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971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97180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971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97180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971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«Python Web Developer» — ArenaRating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Зачем нужна база данных?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БАЗЫ ДАННЫХ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только в RAM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перезапуске сервера — всё исчезает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посмотреть историю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сортировать и искать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64008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1554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0" y="777240"/>
            <a:ext cx="374904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БАЗОЙ ДАННЫХ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66360" y="123444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на диске вечно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можно перезапускать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всех измерений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Сортировка, фильтрация, поиск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блокнот vs картотека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Блокнот (RAM) — удобно, но теряется. Стальная картотека (PostgreSQL) — данные хранятся вечно, их можно найти, отсортировать и подсчитать в любой момент.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PostgreSQL — ключевые понятия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архивный шкаф.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связанных таблиц.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7132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13232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91840" y="11704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ящик в шкафу.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одинаковой структуры.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7132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13232"/>
            <a:ext cx="2743200" cy="6400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(запись)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2200" y="117043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карточка.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одного измерения.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33472"/>
            <a:ext cx="27432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Столбец (поле)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Графа на карточке.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данных: вес, рост, дата.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5468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633472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91840" y="3090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штамп.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Гарантирует уникальность.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26334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63347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72200" y="30906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Автосчётчик.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1, 2, 3 — автоматически.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4430268"/>
            <a:ext cx="8595360" cy="566928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430268"/>
            <a:ext cx="54864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321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measurements ( id SERIAL PRIMARY KEY, weight NUMERIC(5,2), bmi NUMERIC(5,2), measured_at TIMESTAMPTZ DEFAULT NOW() );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psycopg2 — жизненный цикл соединения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32588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дверь в БД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188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749808"/>
            <a:ext cx="1325880" cy="1371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cursor()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3736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'ручку'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1188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749808"/>
            <a:ext cx="1325880" cy="13716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0040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188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749808"/>
            <a:ext cx="1325880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fetchall()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6344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данные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1188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749808"/>
            <a:ext cx="132588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648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Зафиксировать!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1188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520" y="749808"/>
            <a:ext cx="1325880" cy="13716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822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1243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89520" y="16276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дверь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304288"/>
            <a:ext cx="5303520" cy="260604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304288"/>
            <a:ext cx="54864" cy="2606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395728"/>
            <a:ext cx="5120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get_connection():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psycopg2.connect(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host=os.environ.get('DB_HOST'),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dbname=os.environ.get('DB_NAME'),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user=os.environ.get('DB_USER'),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password=os.environ.get('DB_PASSWORD'),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60720" y="2304288"/>
            <a:ext cx="3154680" cy="1234440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304287"/>
            <a:ext cx="64008" cy="12344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2286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— в переменных окружения!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0" y="27249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не пишите пароль прямо в коде. Задавайте через environment в docker-compose.yml.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60720" y="3566160"/>
            <a:ext cx="3154680" cy="1344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3566160"/>
            <a:ext cx="64008" cy="1344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6393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телефонный разговор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0" y="39593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= набрать номер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= взять ручку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= задать вопрос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= положить трубку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INSERT — сохранение данных в PostgreSQL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9184" y="5981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НЕПРАВИЛЬНО 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99515"/>
            <a:ext cx="4206240" cy="160020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9515"/>
            <a:ext cx="54864" cy="1600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895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SQL-инъекция — ОПАСНО!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f"INSERT INTO measurements VALUES ({weight})"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Хакер вводит: 0); DROP TABLE measurements; --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18304" y="5981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 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69914" y="901272"/>
            <a:ext cx="4418637" cy="1619636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0770" y="917454"/>
            <a:ext cx="68180" cy="1582261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654" y="957231"/>
            <a:ext cx="41508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Параметризованный запрос — БЕЗОПАСНО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"""INSERT INTO measurements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(weight, height, bmi, category)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 (%s, %s, %s, %s)""",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(weight, height, bmi, category))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19" y="2640930"/>
            <a:ext cx="8714231" cy="2473452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256" y="2670048"/>
            <a:ext cx="66928" cy="244433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5" y="2715768"/>
            <a:ext cx="8412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insert_measurement(weight, height, bmi, category):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get_connection()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conn.cursor()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cur.execute(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'''INSERT INTO measurements (weight, height, bmi, category)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VALUES (%s, %s, %s, %s)''',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(weight, height, bmi, category)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conn.commit()   # без commit() данные не сохранятся!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            conn.close()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SELECT — чтение данных из PostgreSQL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394960" cy="4279392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45720" cy="42793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6676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get_history(limit=10):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get_connection()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conn.cursor()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cur.execute(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'''SELECT weight, height, bmi,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category, measured_at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FROM measurements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ORDER BY measured_at DESC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LIMIT %s''',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(limit,)   # кортеж — важна запятая!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cur.fetchall()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conn.close()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2160" y="685800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685800"/>
            <a:ext cx="3017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fetchall()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89320" y="1115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строки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таблицы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2160" y="1984248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984248"/>
            <a:ext cx="3017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fetchone()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89320" y="24140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2160" y="3282696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282696"/>
            <a:ext cx="3017520" cy="548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374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fetchmany(n)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89320" y="37124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строк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Пагинация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2160" y="4507992"/>
            <a:ext cx="3017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(limit,) </a:t>
            </a: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запятая обязательна! </a:t>
            </a:r>
            <a:endParaRPr lang="ru-RU" sz="1400" dirty="0">
              <a:solidFill>
                <a:srgbClr val="92400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неё это не кортеж.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Формула ИМТ и категории ВОЗ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599101"/>
            <a:ext cx="6400800" cy="466344"/>
          </a:xfrm>
          <a:prstGeom prst="rect">
            <a:avLst/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217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ИМТ  =  вес (кг)  ÷  рост² (м)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93192" y="1179576"/>
            <a:ext cx="2011680" cy="150876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2642616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664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18.5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" y="2048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Недостаточное питание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179576"/>
            <a:ext cx="2011680" cy="150876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642616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664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51760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18.5–24.9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2048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Здоровый вес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7448" y="1179576"/>
            <a:ext cx="2011680" cy="1508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2642616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664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Избыток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8888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25.0–29.9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18888" y="2048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заболеваний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94576" y="1179576"/>
            <a:ext cx="2011680" cy="150876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2642616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1271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Ожирение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86016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30.0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86016" y="2048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2802466"/>
            <a:ext cx="8631936" cy="2297854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34555"/>
            <a:ext cx="45719" cy="2238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834555"/>
            <a:ext cx="8412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calculate_bmi(weight, height_cm):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height_m = height_cm / 100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bmi = weight / (height_m ** 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bmi = round(bmi, 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bmi &lt; 18.5:   category = 'Дефицит массы'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bmi &lt; 25.0: category = 'Норма'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bmi &lt; 30.0: category = 'Избыточный вес'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category = 'Ожирение'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bmi, category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FastAPI — роуты и lifespan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3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1161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ввода веса и роста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82112" y="713233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841248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8412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78224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/calculate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19272" y="1161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Рассчитать ИМТ + INSERT в БД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9904" y="713233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841248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8412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86016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1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27064" y="1161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из БД + таблица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1799675"/>
            <a:ext cx="4572000" cy="256032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799675"/>
            <a:ext cx="54864" cy="2560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891115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contextlib import asynccontextmanager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@asynccontextmanager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lifespan(app: FastAPI):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init_db()  # таблица при старте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     # приложение работает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FastAPI(lifespan=lifespan)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83480" y="1799675"/>
            <a:ext cx="3886200" cy="256032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1799675"/>
            <a:ext cx="54864" cy="2560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1891115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@app.post('/calculate')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calculate(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request: Request,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weight: float = Form(...),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height: float = Form(...),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bmi, cat = calculate_bmi(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weight, height)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insert_measurement(...)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templates\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.TemplateResponse(...)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" y="4486316"/>
            <a:ext cx="8595360" cy="542883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4646337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r>
              <a:rPr lang="en-US" sz="16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утренняя подготовка кухни: повар один раз раскладывает инструменты перед открытием.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Docker Compose — два сервиса вместе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743200" cy="2926080"/>
          </a:xfrm>
          <a:prstGeom prst="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postgres:16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POSTGRES_DB: bmi_db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POSTGRES_USER: student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pg_isready -U student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interval: 5s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63240" y="2176272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46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8288" y="198120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713232"/>
            <a:ext cx="2743200" cy="29260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6908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(наш код)</a:t>
            </a:r>
            <a:endParaRPr lang="en-US" b="1" dirty="0"/>
          </a:p>
        </p:txBody>
      </p:sp>
      <p:sp>
        <p:nvSpPr>
          <p:cNvPr id="14" name="Text 12"/>
          <p:cNvSpPr/>
          <p:nvPr/>
        </p:nvSpPr>
        <p:spPr>
          <a:xfrm>
            <a:off x="4069080" y="1508760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ports: 8000:8000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DB_HOST: db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DB_NAME: bmi_db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service_healthy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1920240" cy="914400"/>
          </a:xfrm>
          <a:prstGeom prst="rect">
            <a:avLst/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запуска: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050792"/>
            <a:ext cx="59436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50792"/>
            <a:ext cx="54864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13410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Lesson_05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  # первый запуск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открыть: http://localhost:8000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4050792"/>
            <a:ext cx="260604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4050792"/>
            <a:ext cx="54864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413410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Очистка: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lesson_05-web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Частые ошибки и как их избежать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1148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Забыли commit()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1856232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521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conn.close()  # без commit!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0008" y="1115568"/>
            <a:ext cx="1856232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1521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conn.commit()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conn.close()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8470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commit() данные исчезнут при закрытии соединения.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713232"/>
            <a:ext cx="41148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713232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f-строка в 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18888" y="1115568"/>
            <a:ext cx="1856232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1521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f"VALUES ({weight})"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84848" y="1115568"/>
            <a:ext cx="1856232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1521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"VALUES (%s)", (weight,)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18470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SQL-инъекция уничтожит таблицу.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1148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не закрыто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" y="3328416"/>
            <a:ext cx="1856232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649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cur.execute(...)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conn.close() забыли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50008" y="3328416"/>
            <a:ext cx="1856232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33649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try: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conn.close()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405993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connections — сервер упадёт.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1148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2608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Одиночный кортеж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18888" y="3328416"/>
            <a:ext cx="1856232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3649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execute(sql, (limit))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это просто скобки!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84848" y="3328416"/>
            <a:ext cx="1856232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33649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execute(sql, (limit,))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запятая — кортеж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18888" y="405993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запятой psycopg2 получит int, а не tuple.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840480"/>
            <a:ext cx="1645920" cy="164592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</a:t>
            </a: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</a:t>
            </a: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умее</a:t>
            </a:r>
            <a:r>
              <a:rPr lang="ru-RU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59436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078992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Подключаться к PostgreSQL через psycopg2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37760" y="1078992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78992"/>
            <a:ext cx="594360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78992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078992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Создавать таблицы: CREATE TABLE IF NOT EXISTS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77440"/>
            <a:ext cx="594360" cy="11430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37744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данные через INSERT с плейсхолдерами %s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377440"/>
            <a:ext cx="594360" cy="1143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7744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237744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историю через SELECT ORDER BY LIMIT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75888"/>
            <a:ext cx="59436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75888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367588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Защищаться от SQL-инъекций, не забывать commit()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937760" y="3675888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675888"/>
            <a:ext cx="59436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75888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367588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Запускать db + web через Docker Compose + healthcheck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«Python Web Developer» · ArenaRating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1262</Words>
  <Application>Microsoft Office PowerPoint</Application>
  <PresentationFormat>Экран (16:9)</PresentationFormat>
  <Paragraphs>265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5 — Калькулятор ИМТ</dc:title>
  <dc:subject>PptxGenJS Presentation</dc:subject>
  <dc:creator>PptxGenJS</dc:creator>
  <cp:lastModifiedBy>ADMIN</cp:lastModifiedBy>
  <cp:revision>2</cp:revision>
  <dcterms:created xsi:type="dcterms:W3CDTF">2026-04-13T10:37:11Z</dcterms:created>
  <dcterms:modified xsi:type="dcterms:W3CDTF">2026-04-13T12:01:45Z</dcterms:modified>
</cp:coreProperties>
</file>