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60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43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3840480" cy="38404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377440" cy="2377440"/>
          </a:xfrm>
          <a:prstGeom prst="ellipse">
            <a:avLst/>
          </a:prstGeom>
          <a:solidFill>
            <a:srgbClr val="C026D3">
              <a:alpha val="25000"/>
            </a:srgbClr>
          </a:solidFill>
          <a:ln w="12700">
            <a:solidFill>
              <a:srgbClr val="C026D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365760"/>
            <a:ext cx="1463040" cy="31089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65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ЗАНЯТИЕ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10058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Статические файлы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" y="1682496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и изображения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" y="256032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получает внешний вид — цвета, шрифты, отступы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" y="3054096"/>
            <a:ext cx="1901952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05409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</a:rPr>
              <a:t>CSS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59152" y="3054096"/>
            <a:ext cx="1901952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305409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</a:rPr>
              <a:t>StaticFiles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0832" y="3054096"/>
            <a:ext cx="1901952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305409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</a:rPr>
              <a:t>url_for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9145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55F7"/>
                </a:solidFill>
              </a:rPr>
              <a:t>Курс Python Web Developer  ·  FastAPI · Jinja2 · Docker</a:t>
            </a:r>
            <a:endParaRPr lang="en-US" sz="1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94BB944-A65E-DF61-BEE4-7AB0F6748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CSS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987552"/>
          </a:xfrm>
          <a:prstGeom prst="rect">
            <a:avLst/>
          </a:prstGeom>
          <a:solidFill>
            <a:srgbClr val="2E1065"/>
          </a:solidFill>
          <a:ln w="10160">
            <a:solidFill>
              <a:srgbClr val="C026D3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98755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786384"/>
            <a:ext cx="8339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язык стилей, задаёт внешний вид страницы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02336" y="1152144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Цвета, шрифты, отступы, размеры, расположение элементов и адаптация под разные экраны.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" y="1865376"/>
            <a:ext cx="4279392" cy="1901952"/>
          </a:xfrm>
          <a:prstGeom prst="rect">
            <a:avLst/>
          </a:prstGeom>
          <a:solidFill>
            <a:srgbClr val="2E1065"/>
          </a:solidFill>
          <a:ln w="1016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865376"/>
            <a:ext cx="73152" cy="19019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38528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скелет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2336" y="2286000"/>
            <a:ext cx="405993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страницы: заголовки, абзацы, кнопки. Без CSS — чёрный текст на белом фоне.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08576" y="1865376"/>
            <a:ext cx="4279392" cy="1901952"/>
          </a:xfrm>
          <a:prstGeom prst="rect">
            <a:avLst/>
          </a:prstGeom>
          <a:solidFill>
            <a:srgbClr val="2E1065"/>
          </a:solidFill>
          <a:ln w="10160">
            <a:solidFill>
              <a:srgbClr val="C026D3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865376"/>
            <a:ext cx="73152" cy="190195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938528"/>
            <a:ext cx="4059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одежда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405993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Цвет, форма, размер, тень. Один и тот же HTML с разным CSS выглядит совершенно по-разному.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3785616"/>
            <a:ext cx="8631936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856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CSS-правила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6032" y="4096512"/>
            <a:ext cx="8631936" cy="1042416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4096512"/>
            <a:ext cx="8631936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417880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7880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417880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407408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8912" y="4389120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#2E1065;    /* цвет текста */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912" y="4645152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2rem;   /* размер шрифта */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0768" y="4828032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61FB6F1-611A-02EE-5FCB-1E9F775C8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StaticFiles — раздача CSS и картинок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731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22960"/>
            <a:ext cx="8339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Статические файлы — CSS, картинки, шрифты — сервер отдаёт без обработки.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2336" y="1115568"/>
            <a:ext cx="8339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генерируются. Просто лежат в папке и отдаются браузеру как есть.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" y="1591056"/>
            <a:ext cx="8631936" cy="877824"/>
          </a:xfrm>
          <a:prstGeom prst="rect">
            <a:avLst/>
          </a:prstGeom>
          <a:solidFill>
            <a:srgbClr val="2E1065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591056"/>
            <a:ext cx="73152" cy="8778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664208"/>
            <a:ext cx="8339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кассир vs витрина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2336" y="1956816"/>
            <a:ext cx="8339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 (динамика) — обрабатывает каждого индивидуально. Витрина (статика) — стоит всегда одинаково.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6032" y="2615184"/>
            <a:ext cx="8631936" cy="29260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1518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в main4.py — mount() ДО роутов!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" y="2926080"/>
            <a:ext cx="8631936" cy="1993392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926080"/>
            <a:ext cx="8631936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3008376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08376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3008376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36976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fastapi.staticfiles import StaticFiles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" y="3493008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" y="3749040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path, папка, имя — см. комментарии ниже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" y="4005072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app.mount("/static",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" y="4261104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StaticFiles(directory="app/static"),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4048" y="4517136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name="static")</a:t>
            </a:r>
            <a:endParaRPr lang="en-US" sz="18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A84A45-F9D4-2520-BCAD-0AB4775B9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 — новая папка static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315968" cy="4206240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4315968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1556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lesson_04/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38988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app/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66420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  main4.py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93852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  static/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221284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|-  css/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48716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|   style.css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276148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`-- images/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303580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       logo.png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" y="331012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templates/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" y="358444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|-  base.html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" y="385876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|-  index.html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" y="413308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`-- about.html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" y="440740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Dockerfile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" y="4681728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requirements.txt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36592" y="713232"/>
            <a:ext cx="415137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713232"/>
            <a:ext cx="73152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658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82896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папка. </a:t>
            </a:r>
            <a:endParaRPr lang="ru-RU" sz="1800" dirty="0">
              <a:solidFill>
                <a:srgbClr val="4C1D9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800" dirty="0" err="1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</a:t>
            </a: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статические файлы — здесь.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36592" y="1517904"/>
            <a:ext cx="415137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1517904"/>
            <a:ext cx="73152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82896" y="1901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стили сайта в одном файле.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36592" y="2322576"/>
            <a:ext cx="415137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322576"/>
            <a:ext cx="73152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882896" y="2706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Картинки, иконки, логотипы.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736592" y="3127248"/>
            <a:ext cx="415137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3127248"/>
            <a:ext cx="73152" cy="71323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3182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882896" y="3511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Подключает style.css через url_for().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736592" y="3931920"/>
            <a:ext cx="415137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3931920"/>
            <a:ext cx="73152" cy="713232"/>
          </a:xfrm>
          <a:prstGeom prst="rect">
            <a:avLst/>
          </a:prstGeom>
          <a:solidFill>
            <a:srgbClr val="8B7BAE"/>
          </a:solidFill>
          <a:ln w="12700">
            <a:solidFill>
              <a:srgbClr val="8B7B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39090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882896" y="42382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одно слово изменилось: main→ main4.</a:t>
            </a:r>
            <a:endParaRPr lang="en-US" sz="1800" dirty="0"/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5F900436-E91D-83F7-B7CE-5876674A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url_for — как подключить файлы в шаблоне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22960"/>
            <a:ext cx="8339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url_for('static', path='css/style.css') }}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2336" y="1188720"/>
            <a:ext cx="8339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генерирует правильный URL: http://localhost:8000/static/css/style.css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" y="1481328"/>
            <a:ext cx="8339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Зачем? При смене домена или настройки — все пути обновятся автоматически.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2139696"/>
            <a:ext cx="8631936" cy="29260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96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base.html — как подключить CSS и изображение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" y="2450592"/>
            <a:ext cx="8631936" cy="2505456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450592"/>
            <a:ext cx="8631936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53288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53288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253288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15768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Подключение CSS через url_for --&gt;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3227832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href="{{ url_for('static', path='css/style.css') }}"&gt;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" y="3529584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" y="3489277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Изображение через url_for --&gt;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" y="3745309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src="{{ url_for('static', path='images/logo.png') }}"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" y="4001341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class="hero-image" alt="Логотип"&gt;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" y="4553712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" y="4320363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" y="4320363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href="/"&gt;Главная&lt;/a&gt;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" y="4576395"/>
            <a:ext cx="74052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href="/about"&gt;О проекте&lt;/a&gt;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01861" y="4541160"/>
            <a:ext cx="37762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6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90D18F8-1C5C-A83B-16F7-CFD56FAEA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CSS-классы из style.css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279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50481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1189393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Белая карточка: скруглённые углы, рамка, тень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" y="1701457"/>
            <a:ext cx="4041648" cy="658368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38033"/>
            <a:ext cx="387705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class="card"&gt;Контент&lt;/div&gt;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0016" y="713232"/>
            <a:ext cx="4279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713232"/>
            <a:ext cx="73152" cy="18288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750481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64608" y="1189393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Кнопка: фиолетовый фон, белый текст, hover-эффект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64608" y="1701457"/>
            <a:ext cx="4041648" cy="658368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738033"/>
            <a:ext cx="387705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class="btn"&gt;Нажми меня&lt;/a&gt;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2651760"/>
            <a:ext cx="4279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651760"/>
            <a:ext cx="73152" cy="1828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61788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.hero-image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0624" y="3056798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на всю ширину: object-fit: cover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0624" y="3629827"/>
            <a:ext cx="4041648" cy="560828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05437"/>
            <a:ext cx="3877056" cy="6380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class="hero-image" src="..."&gt;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0016" y="2651760"/>
            <a:ext cx="42793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2651760"/>
            <a:ext cx="73152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61788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64608" y="3056798"/>
            <a:ext cx="4041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навигации: цвет и анимация при наведении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64608" y="3629826"/>
            <a:ext cx="4041648" cy="613667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605437"/>
            <a:ext cx="3877056" cy="8248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в base.html --&gt;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&lt;nav&gt;&lt;a href="/"&gt;...&lt;/a&gt;&lt;/nav&gt;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56032" y="4626864"/>
            <a:ext cx="8631936" cy="347472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614677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class="card"&gt;Контент&lt;/div&gt; </a:t>
            </a: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применяет все стили .card </a:t>
            </a:r>
            <a:r>
              <a:rPr lang="en-US" sz="1400" dirty="0" err="1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из</a:t>
            </a:r>
            <a:r>
              <a:rPr lang="ru-RU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6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D413207-5824-457A-D1A2-76286F6CE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сервера — app/main4.py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5029200" cy="4206240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5029200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71323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app/main4.py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Импорты: FastAPI, Request, Jinja2Templates,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" y="1472184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HTMLResponse, StaticFiles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627632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" y="1694688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FastAPI(title="Занятие 4")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176272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2037409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mount() — ДО всех роутов!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2311729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app.mount("/static",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" y="2586049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StaticFiles(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" y="2860369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directory="app/static"),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" y="3134689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name="static")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" y="3822192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" y="3493674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 = Jinja2Templates(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" y="3767994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directory="app/templates")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" y="4645152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4048" y="4221811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@app.get("/", response_class=HTMLResponse)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4048" y="4574028"/>
            <a:ext cx="4791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index(request: Request):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49824" y="713232"/>
            <a:ext cx="343814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713232"/>
            <a:ext cx="73152" cy="82296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715263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StaticFiles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96128" y="1081023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для раздачи файлов без обработки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49824" y="1737360"/>
            <a:ext cx="343814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9824" y="1737360"/>
            <a:ext cx="73152" cy="82296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1739391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"/static"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96128" y="2176272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URL-адрес в браузере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49824" y="2761488"/>
            <a:ext cx="343814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49824" y="2761488"/>
            <a:ext cx="73152" cy="82296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2763519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directory=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96128" y="3129279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на диске от /code в контейнере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49824" y="3785616"/>
            <a:ext cx="3438144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49824" y="3785616"/>
            <a:ext cx="73152" cy="82296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3787647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name="static"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96128" y="4153407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для url_for() — должно совпадать</a:t>
            </a:r>
            <a:endParaRPr lang="en-US" sz="1800" dirty="0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60BC26DF-237A-AB50-5CA5-A43B25E78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Docker — когда что-то пошло не так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22960"/>
            <a:ext cx="8339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кеширует слои сборки. Если контейнер запускает старый код — сделайте чистую пересборку.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863193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463040"/>
            <a:ext cx="73152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517904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Шаг 1 — остановить контейнеры и удалить сети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2336" y="1810512"/>
            <a:ext cx="8339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56032" y="2249424"/>
            <a:ext cx="863193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249424"/>
            <a:ext cx="73152" cy="69494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04288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Шаг 2 — удалить образ текущего занятия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" y="2596896"/>
            <a:ext cx="8339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lesson_04-web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56032" y="3035808"/>
            <a:ext cx="863193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035808"/>
            <a:ext cx="73152" cy="69494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090672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Шаг 3 — очистить кеш сборки (-f без вопросов)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" y="3383280"/>
            <a:ext cx="8339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builder prune -f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56032" y="3822192"/>
            <a:ext cx="863193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822192"/>
            <a:ext cx="73152" cy="69494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877056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5B8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Шаг 4 — собрать и запустить с чистого листа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2336" y="4169664"/>
            <a:ext cx="8339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256032" y="4608576"/>
            <a:ext cx="8631936" cy="48158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4681728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Ядерный вариант (удаляет ВСЕ проекты!): </a:t>
            </a:r>
            <a:r>
              <a:rPr lang="en-US" sz="1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prune -af</a:t>
            </a:r>
            <a:endParaRPr lang="en-US" sz="1600" b="1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353D487-13A3-98D9-F95D-DDEE687A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Самостоятельное задание — страница /ai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402336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страницу /ai с фактами об искусственном интеллекте в карточках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1225296"/>
            <a:ext cx="863193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25296"/>
            <a:ext cx="73152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35331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53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6384" y="1316736"/>
            <a:ext cx="7936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файл app/templates/ai.html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" y="1901952"/>
            <a:ext cx="863193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901952"/>
            <a:ext cx="73152" cy="5852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029968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6384" y="1993392"/>
            <a:ext cx="7936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роут @app.get('/ai') в main4.py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2578608"/>
            <a:ext cx="863193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578608"/>
            <a:ext cx="73152" cy="58521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706624"/>
            <a:ext cx="274320" cy="2743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706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6384" y="2670048"/>
            <a:ext cx="7936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ссылку /ai в навигацию в base.html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" y="3255264"/>
            <a:ext cx="863193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255264"/>
            <a:ext cx="73152" cy="58521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38328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6384" y="3346704"/>
            <a:ext cx="7936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Передайте facts — список словарей {title, text} через context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6032" y="3931920"/>
            <a:ext cx="8631936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931920"/>
            <a:ext cx="73152" cy="58521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" y="4059936"/>
            <a:ext cx="274320" cy="2743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059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6384" y="4023360"/>
            <a:ext cx="7936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Jinja2: {% for fact in facts %} → заголовок h2, текст p, всё в .card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56032" y="4608575"/>
            <a:ext cx="8631936" cy="464651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700016"/>
            <a:ext cx="8339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{"facts": [{"title": "GPU vs CPU", "text": "GPU содержит тысячи ядер для параллельных вычислений."}]}</a:t>
            </a:r>
            <a:endParaRPr lang="en-US" sz="160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26B2119-C3E0-B3D4-5D5B-02B7DD4C5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C026D3">
              <a:alpha val="12000"/>
            </a:srgbClr>
          </a:solidFill>
          <a:ln w="12700">
            <a:solidFill>
              <a:srgbClr val="C026D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128016"/>
            <a:ext cx="2926080" cy="32918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128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ИТОГИ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8521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стал красивым!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89888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171907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19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" y="1536192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язык стилей: цвета, шрифты, отступы, размеры элементов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36592" y="1389888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389888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171907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719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66944" y="1536192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StaticFiles — FastAPI раздаёт CSS и картинки без обработки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" y="2468880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468880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79806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798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" y="2615184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app.mount() — монтирование папки по URL-адресу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36592" y="2468880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468880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279806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798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66944" y="2615184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url_for() — правильные ссылки на статические файлы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56032" y="3547872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47872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387705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877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6384" y="3694176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 .card и .btn — готовые стили для карточек и кнопок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36592" y="3547872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547872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7705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8770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66944" y="3694176"/>
            <a:ext cx="36393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Docker: down → rmi → builder prune → up --build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56032" y="4773168"/>
            <a:ext cx="8631936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7823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 →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PostgreSQL и SQLAlchemy</a:t>
            </a:r>
            <a:endParaRPr lang="en-US" sz="1800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4521984-8DE9-2D18-E37F-D97726E36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99" y="0"/>
            <a:ext cx="694769" cy="63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1066</Words>
  <Application>Microsoft Office PowerPoint</Application>
  <PresentationFormat>Экран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4 — Статические файлы, CSS и изображения</dc:title>
  <dc:subject>PptxGenJS Presentation</dc:subject>
  <dc:creator>PptxGenJS</dc:creator>
  <cp:lastModifiedBy>ADMIN</cp:lastModifiedBy>
  <cp:revision>3</cp:revision>
  <dcterms:created xsi:type="dcterms:W3CDTF">2026-04-11T03:30:28Z</dcterms:created>
  <dcterms:modified xsi:type="dcterms:W3CDTF">2026-04-11T03:48:29Z</dcterms:modified>
</cp:coreProperties>
</file>