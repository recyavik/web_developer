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78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640080"/>
            <a:ext cx="2377440" cy="23774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47472"/>
            <a:ext cx="1463040" cy="31089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47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ПРАКТИКА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веб-сервер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FastAPI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47472" y="2633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Uvicorn  ·  PostgreSQL  ·  Python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Python Web Developer  ·  FastAPI · Docker · PostgreSQL</a:t>
            </a:r>
            <a:endParaRPr lang="en-US" sz="1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A4FACF-EEAA-17E5-C38E-E56DA24F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занятия и навыки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078224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0233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ЦЕЛЬ ЗАНЯТИЯ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73075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работающий веб-сервер, запустить его в Docker-контейнере и убедиться что он отвечает на HTTP-запросы из браузера.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роль каждого компонента: FastAPI, Uvicorn, Docker — и как они взаимодействуют.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279392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04672"/>
            <a:ext cx="42793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04672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ЧТО ВЫ ОСВОИТЕ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0016" y="1426464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3167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HTTP-запросы и клиент-серверная модель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2002536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8928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Роуты с декоратором @app.get()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0016" y="2578608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2468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пути и авто-валидация типов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0016" y="3154680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30449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 — роль каждого файла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3730752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36210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Docker-контейнера и запуск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0016" y="4306824"/>
            <a:ext cx="201168" cy="201168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41970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через volumes в docker-compose</a:t>
            </a:r>
            <a:endParaRPr lang="en-US" sz="1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4B93FE7-AE24-837A-9154-6B1450C2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веб-сервер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38528" cy="1316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7782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50592" y="804672"/>
            <a:ext cx="1938528" cy="1316736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7782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13350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ASGI-сервер · порт 8000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45152" y="804672"/>
            <a:ext cx="1938528" cy="1316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87782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13350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код · app/main.py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39712" y="804672"/>
            <a:ext cx="1938528" cy="131673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87782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JSON-ответ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39712" y="13350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{"message":"Привет!"}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519" y="120263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98079" y="120263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639" y="120263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отправляет HTTP-запрос: текст вида  GET / HTTP/1.1  на порт 8000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" y="3054096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29626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принимает TCP-соединение, парсит байты запроса в Python-объект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36393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находит нужную функцию по пути и методу, выполняет её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6032" y="4407408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315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из функции сериализуется в JSON — Uvicorn отправляет ответ браузеру</a:t>
            </a:r>
            <a:endParaRPr lang="en-US" sz="1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81C316D-F217-C87C-F6F7-44CA30E3A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206240" cy="4078224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206240" cy="347472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05256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905256"/>
            <a:ext cx="155448" cy="15544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905256"/>
            <a:ext cx="155448" cy="1554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2529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lesson_01/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73736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app/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  __init__.py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main.py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327355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Dockerfile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378561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docker-compose.yml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429768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requirements.txt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81728" y="804672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804672"/>
            <a:ext cx="73152" cy="731520"/>
          </a:xfrm>
          <a:prstGeom prst="rect">
            <a:avLst/>
          </a:prstGeom>
          <a:solidFill>
            <a:srgbClr val="8B7BAE"/>
          </a:solidFill>
          <a:ln w="12700">
            <a:solidFill>
              <a:srgbClr val="8B7B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11521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файл-маркер. Делает app/ Python-пакетом.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81728" y="1627632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627632"/>
            <a:ext cx="73152" cy="73152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28032" y="19751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сервера: роуты и обработчики.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81728" y="2450592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450592"/>
            <a:ext cx="73152" cy="7315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28032" y="27980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сборки образа — Python, зависимости.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81728" y="3273552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3273552"/>
            <a:ext cx="73152" cy="7315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310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28032" y="36210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Порты, volumes, запуск контейнеров.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81728" y="4096512"/>
            <a:ext cx="42062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4096512"/>
            <a:ext cx="73152" cy="7315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133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28032" y="44439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с фиксированными версиями.</a:t>
            </a:r>
            <a:endParaRPr lang="en-US" sz="18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D6ABDFA-E474-D8C5-26B8-B0DD4D03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сервера — app/main.py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5029200" cy="4078224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5029200" cy="347472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05256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905256"/>
            <a:ext cx="155448" cy="15544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905256"/>
            <a:ext cx="155448" cy="1554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app/main.py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" y="1261872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" y="1755648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FastAPI(title='Практика 1')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" y="2249424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Декоратор регистрирует роут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" y="2496312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@app.get('/')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" y="2743200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read_root():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" y="2990088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{'message': 'Привет!'}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" y="3483864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Параметр пути в URL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" y="3730752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@app.get('/hello/{name}')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" y="3977640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say_hello(name: str):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" y="4224528"/>
            <a:ext cx="4773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{f'Привет, {name}!'}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04688" y="841248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841248"/>
            <a:ext cx="73152" cy="118872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93268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@app.get('/')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1316736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Связывает URL с функцией-обработчиком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03520" y="2377440"/>
            <a:ext cx="182880" cy="0"/>
          </a:xfrm>
          <a:prstGeom prst="line">
            <a:avLst/>
          </a:prstGeom>
          <a:noFill/>
          <a:ln w="12700">
            <a:solidFill>
              <a:srgbClr val="C026D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504688" y="2139696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04688" y="2139696"/>
            <a:ext cx="73152" cy="118872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2311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{...}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50992" y="2615184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Python → JSON автоматически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03520" y="3118104"/>
            <a:ext cx="182880" cy="0"/>
          </a:xfrm>
          <a:prstGeom prst="line">
            <a:avLst/>
          </a:prstGeom>
          <a:noFill/>
          <a:ln w="12700">
            <a:solidFill>
              <a:srgbClr val="C026D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504688" y="3438144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04688" y="3438144"/>
            <a:ext cx="73152" cy="118872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352958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{name}: str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50992" y="3913632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URL. Тип str — FastAPI валидирует сам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303520" y="3977640"/>
            <a:ext cx="182880" cy="0"/>
          </a:xfrm>
          <a:prstGeom prst="line">
            <a:avLst/>
          </a:prstGeom>
          <a:noFill/>
          <a:ln w="12700">
            <a:solidFill>
              <a:srgbClr val="C026D3"/>
            </a:solidFill>
            <a:prstDash val="dash"/>
          </a:ln>
        </p:spPr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FCA63943-7585-A94F-648C-DABD3C27C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инструкция сборки образа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315968" cy="4078224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315968" cy="347472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05256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905256"/>
            <a:ext cx="155448" cy="15544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905256"/>
            <a:ext cx="155448" cy="1554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80467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188720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605686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2022653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Сначала зависимости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439619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\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648102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--no-cache-dir \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856586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 requirements.txt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3273552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Потом код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3482035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./app ./app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899002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4107485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"app.main:app",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4315968"/>
            <a:ext cx="407822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"--reload"]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804672"/>
            <a:ext cx="413308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804672"/>
            <a:ext cx="73152" cy="93268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87782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python:3.12-slim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01184" y="122529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образ — Python 3.12, ~50 MB вместо 300 MB.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1828800"/>
            <a:ext cx="413308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828800"/>
            <a:ext cx="73152" cy="93268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901952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 /code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01184" y="2249424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директория внутри контейнера.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54880" y="2852928"/>
            <a:ext cx="413308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52928"/>
            <a:ext cx="73152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2926080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+ RUN (порядок!)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01184" y="3273552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зависимости — Docker кеширует слои.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754880" y="3877056"/>
            <a:ext cx="413308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77056"/>
            <a:ext cx="73152" cy="9326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95020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--reload флаг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01184" y="4297680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Авто-перезапуск при изменении файлов. Только dev!</a:t>
            </a:r>
            <a:endParaRPr lang="en-US" sz="18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465FF35-46BB-5E70-39AD-C379B4665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и запуск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2779776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14800" cy="347472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905256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905256"/>
            <a:ext cx="155448" cy="15544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905256"/>
            <a:ext cx="155448" cy="1554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804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" y="122529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" y="155448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" y="1883664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" y="221284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" y="2542032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"8000:8000"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" y="287121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" y="320040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./app:/code/app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08576" y="804672"/>
            <a:ext cx="4279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804672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778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225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образ из Dockerfile в текущей папке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08576" y="1719072"/>
            <a:ext cx="4279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719072"/>
            <a:ext cx="73152" cy="80467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922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"8000:8000"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21396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Компьютер:Контейнер — проброс порта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08576" y="2633472"/>
            <a:ext cx="4279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2633472"/>
            <a:ext cx="73152" cy="80467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06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30540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app/ — hot reload без пересборки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8631936" cy="329184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6027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PowerShell: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56032" y="3950208"/>
            <a:ext cx="2816352" cy="1024128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950208"/>
            <a:ext cx="2816352" cy="548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79019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44694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 / после изменений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27248" y="3950208"/>
            <a:ext cx="2816352" cy="1024128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27248" y="3950208"/>
            <a:ext cx="2816352" cy="548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4079019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236976" y="44694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 без пересборки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98464" y="3950208"/>
            <a:ext cx="2816352" cy="1024128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8464" y="3950208"/>
            <a:ext cx="2816352" cy="548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4079019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08192" y="44694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 контейнер</a:t>
            </a:r>
            <a:endParaRPr lang="en-US" sz="1600" dirty="0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58251E9B-2981-D69F-8C77-A1D4C181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каждого компонента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98064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798064" cy="74980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27980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645920"/>
            <a:ext cx="2286000" cy="292608"/>
          </a:xfrm>
          <a:prstGeom prst="rect">
            <a:avLst/>
          </a:prstGeom>
          <a:solidFill>
            <a:srgbClr val="2E1065">
              <a:alpha val="15000"/>
            </a:srgbClr>
          </a:solidFill>
          <a:ln w="6350">
            <a:solidFill>
              <a:srgbClr val="2E10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065"/>
                </a:solidFill>
              </a:rPr>
              <a:t>Изоляция среды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" y="2029968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Упаковывает Python + зависимости + код в контейнер. Работает одинаково везде.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328416"/>
            <a:ext cx="2578608" cy="1389888"/>
          </a:xfrm>
          <a:prstGeom prst="rect">
            <a:avLst/>
          </a:prstGeom>
          <a:solidFill>
            <a:srgbClr val="F3F0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01568"/>
            <a:ext cx="239572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Герметичный контейнер — содержимое не зависит от транспорта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8688" y="804672"/>
            <a:ext cx="2798064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804672"/>
            <a:ext cx="27980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804672"/>
            <a:ext cx="27980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74720" y="1645920"/>
            <a:ext cx="2286000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Сетевой уровень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64992" y="2029968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 порт 8000, принимает соединения, парсит HTTP, передаёт в FastAPI.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28416" y="3328416"/>
            <a:ext cx="2578608" cy="1389888"/>
          </a:xfrm>
          <a:prstGeom prst="rect">
            <a:avLst/>
          </a:prstGeom>
          <a:solidFill>
            <a:srgbClr val="F3F0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3401568"/>
            <a:ext cx="239572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ресторана — встречает гостей, передаёт заказы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1344" y="804672"/>
            <a:ext cx="2798064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804672"/>
            <a:ext cx="2798064" cy="74980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804672"/>
            <a:ext cx="27980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37376" y="1645920"/>
            <a:ext cx="2286000" cy="292608"/>
          </a:xfrm>
          <a:prstGeom prst="rect">
            <a:avLst/>
          </a:prstGeom>
          <a:solidFill>
            <a:srgbClr val="C026D3">
              <a:alpha val="15000"/>
            </a:srgbClr>
          </a:solidFill>
          <a:ln w="6350">
            <a:solidFill>
              <a:srgbClr val="C026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26D3"/>
                </a:solidFill>
              </a:rPr>
              <a:t>Бизнес-логика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27648" y="2029968"/>
            <a:ext cx="250545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код: роуты, валидация типов, обработка данных, JSON-ответ.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91072" y="3328416"/>
            <a:ext cx="2578608" cy="1389888"/>
          </a:xfrm>
          <a:prstGeom prst="rect">
            <a:avLst/>
          </a:prstGeom>
          <a:solidFill>
            <a:srgbClr val="F3F0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401568"/>
            <a:ext cx="239572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Шеф-повар — готовит блюдо по рецепту (вашему коду)</a:t>
            </a:r>
            <a:endParaRPr lang="en-US" sz="16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1D70E2-1138-9FAA-2408-8A899E1A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работы в браузере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73152" cy="896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05840"/>
            <a:ext cx="914400" cy="310896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05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200 OK</a:t>
            </a: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26463" y="877824"/>
            <a:ext cx="72305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6464" y="1280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{"message": "Привет, мир!", "lesson": 1}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" y="1810512"/>
            <a:ext cx="86319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10512"/>
            <a:ext cx="73152" cy="896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011680"/>
            <a:ext cx="914400" cy="310896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011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200 OK</a:t>
            </a: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26463" y="1883664"/>
            <a:ext cx="72305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http://localhost:8000/hello/Иван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6464" y="2286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{"message": "Привет, Иван!"}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816352"/>
            <a:ext cx="86319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16352"/>
            <a:ext cx="73152" cy="896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017520"/>
            <a:ext cx="914400" cy="310896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175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200 OK</a:t>
            </a: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26463" y="2889504"/>
            <a:ext cx="72305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http://localhost:8000/multiply/6/7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26464" y="3291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{"a": 6, "b": 7, "result": 42}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" y="3822192"/>
            <a:ext cx="86319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822192"/>
            <a:ext cx="73152" cy="8961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4023360"/>
            <a:ext cx="914400" cy="310896"/>
          </a:xfrm>
          <a:prstGeom prst="rect">
            <a:avLst/>
          </a:prstGeom>
          <a:solidFill>
            <a:srgbClr val="EC4899">
              <a:alpha val="12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4023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</a:rPr>
              <a:t>422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26463" y="3895344"/>
            <a:ext cx="72305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http://localhost:8000/multiply/abc/7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26464" y="42976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 422 Unprocessable Entity — авто-валидация FastAPI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6032" y="4754880"/>
            <a:ext cx="8631936" cy="201168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77316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  —  Swagger UI: тестируйте все роуты прямо в браузере</a:t>
            </a:r>
            <a:endParaRPr lang="en-US" sz="1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A5DE8CB-8266-A080-232E-1177C9AA6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C026D3">
              <a:alpha val="12000"/>
            </a:srgbClr>
          </a:solidFill>
          <a:ln w="12700">
            <a:solidFill>
              <a:srgbClr val="C026D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128016"/>
            <a:ext cx="2926080" cy="34747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80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ИТОГИ ЗАНЯТИЯ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сделали это!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44752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75564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1609344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и клиент-серверная модель — запрос, ответ, JSON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36592" y="1444752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444752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75564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85232" y="1609344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— ASGI-сервер, мост между сетью и вашим кодом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2505456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505456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816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" y="2670048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роуты, декораторы, авто-валидация типов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36592" y="2505456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505456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816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85232" y="2670048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изоляция, воспроизводимость на любом ПК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387705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" y="3730752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через volumes — мгновенная перезагрузка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36592" y="3566160"/>
            <a:ext cx="4297680" cy="950976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566160"/>
            <a:ext cx="73152" cy="9509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7705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85232" y="3730752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 — документация и тестирование бесплатно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37744" y="4754880"/>
            <a:ext cx="8631936" cy="292608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764024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→ HTML-шаблоны на Jinja2 — сервер начнёт отдавать красивые страницы</a:t>
            </a:r>
            <a:endParaRPr lang="en-US" sz="140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2890B34-4F0B-9953-509D-CDA58803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842</Words>
  <Application>Microsoft Office PowerPoint</Application>
  <PresentationFormat>Экран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1 — Первый веб-сервер на FastAPI</dc:title>
  <dc:subject>PptxGenJS Presentation</dc:subject>
  <dc:creator>PptxGenJS</dc:creator>
  <cp:lastModifiedBy>ADMIN</cp:lastModifiedBy>
  <cp:revision>3</cp:revision>
  <dcterms:created xsi:type="dcterms:W3CDTF">2026-04-08T05:10:35Z</dcterms:created>
  <dcterms:modified xsi:type="dcterms:W3CDTF">2026-04-08T05:17:53Z</dcterms:modified>
</cp:coreProperties>
</file>