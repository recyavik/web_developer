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46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3840480" cy="38404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377440" cy="2377440"/>
          </a:xfrm>
          <a:prstGeom prst="ellipse">
            <a:avLst/>
          </a:prstGeom>
          <a:solidFill>
            <a:srgbClr val="C026D3">
              <a:alpha val="25000"/>
            </a:srgbClr>
          </a:solidFill>
          <a:ln w="12700">
            <a:solidFill>
              <a:srgbClr val="C026D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365760"/>
            <a:ext cx="1463040" cy="31089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65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ЗАНЯТИЕ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969264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HTML-формы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" y="1700784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POST-запросы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" y="25968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начинает слышать пользователя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" y="3090671"/>
            <a:ext cx="1901952" cy="661755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23350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</a:rPr>
              <a:t>Форма регистрации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59152" y="3090671"/>
            <a:ext cx="1901952" cy="661755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323350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</a:rPr>
              <a:t>Поиск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0832" y="3090671"/>
            <a:ext cx="1901952" cy="661755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23350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</a:rPr>
              <a:t>Отправка данных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9145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55F7"/>
                </a:solidFill>
              </a:rPr>
              <a:t>Курс Python Web Developer  ·  FastAPI · Jinja2 · Docker</a:t>
            </a:r>
            <a:endParaRPr lang="en-US" sz="1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62DCAC3-92C0-ECBF-71EC-C4C43BA30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и POST — два способа общения с сервером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1148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1148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132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GET — получить данные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" y="126187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0700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— в URL, видны всем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2336" y="19202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6537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страницу, поиск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" y="25786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52374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сохранить в закладки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2336" y="323697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18211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для секретных данных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" y="3785616"/>
            <a:ext cx="3968496" cy="1024128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/hello/Иван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370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прямо в адресе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73168" y="713232"/>
            <a:ext cx="41148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713232"/>
            <a:ext cx="4114800" cy="40233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7132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POST — отправить данные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19472" y="1261872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20700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теле запроса, скрыты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19472" y="1920240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86537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Форма, регистрация, заказ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19472" y="2578608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52374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сохранить в закладки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919472" y="3236976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18211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для паролей и данных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46320" y="3785616"/>
            <a:ext cx="3968496" cy="1024128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74336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/submit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74336" y="4370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скрыты в теле запроса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34256" y="248716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26D3"/>
                </a:solidFill>
              </a:rPr>
              <a:t>VS</a:t>
            </a:r>
            <a:endParaRPr lang="en-US" sz="2000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5CEE0AB-AAF4-AF43-092C-E971DDC9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и POST — аналогии для понимания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114800" cy="1316736"/>
          </a:xfrm>
          <a:prstGeom prst="rect">
            <a:avLst/>
          </a:prstGeom>
          <a:solidFill>
            <a:srgbClr val="2E1065"/>
          </a:solidFill>
          <a:ln w="1016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1316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7863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— витрина магазина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" y="11155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— адрес витрины, виден всем. Вы смотрите, ничего не передаёте.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73168" y="713232"/>
            <a:ext cx="4114800" cy="1316736"/>
          </a:xfrm>
          <a:prstGeom prst="rect">
            <a:avLst/>
          </a:prstGeom>
          <a:solidFill>
            <a:srgbClr val="2E1065"/>
          </a:solidFill>
          <a:ln w="10160">
            <a:solidFill>
              <a:srgbClr val="C026D3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713232"/>
            <a:ext cx="73152" cy="131673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7863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закрытый конверт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11155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на конверте (URL) виден всем. Содержимое — только серверу.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" y="2157984"/>
            <a:ext cx="8631936" cy="2724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157984"/>
            <a:ext cx="73152" cy="272491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1284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 на практике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2336" y="2651760"/>
            <a:ext cx="182880" cy="18288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596896"/>
            <a:ext cx="80832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и данные карты — всегда через POST. Если использовать GET, пароль появится в URL и попадёт в историю браузера, логи сервера и к провайдеру.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2336" y="3236976"/>
            <a:ext cx="182880" cy="18288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182112"/>
            <a:ext cx="80832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фильтры — через GET. Результаты поиска можно скопировать из адресной строки и отправить другу — он увидит то же самое.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02336" y="3822192"/>
            <a:ext cx="182880" cy="18288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767328"/>
            <a:ext cx="80832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— только POST. Никто не должен видеть ваши данные в URL.</a:t>
            </a:r>
            <a:endParaRPr lang="en-US" sz="18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83EC368-0830-2DBA-2B04-B6F4585F7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HTML-форма — структура и атрибуты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1"/>
            <a:ext cx="4846320" cy="4363381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846320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7132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"base.html" %}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content %}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action=куда, method=способ #}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action="/submit"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26771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274320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name= — ключ для FastAPI #}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2980944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321868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name="username"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" y="345643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required&gt;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" y="3831336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406908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name="email"&gt;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4530006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type="number"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" y="476775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name="age"&gt;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" y="5358384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" y="559612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Зарегистрироваться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4048" y="583387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4048" y="6071616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" y="630936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266944" y="713232"/>
            <a:ext cx="36210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66944" y="713232"/>
            <a:ext cx="73152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713232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action="/submit"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13248" y="106070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куда браузер отправит данные при нажатии кнопки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66944" y="1719072"/>
            <a:ext cx="36210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66944" y="1719072"/>
            <a:ext cx="73152" cy="8595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1719072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method="post"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13248" y="206654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данные в теле, не в URL. GET — наоборот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266944" y="2724912"/>
            <a:ext cx="36210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66944" y="2724912"/>
            <a:ext cx="73152" cy="85953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2724912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name="username"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13248" y="307238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поля. Должен совпадать с параметром в Python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66944" y="3730752"/>
            <a:ext cx="36210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66944" y="3730752"/>
            <a:ext cx="73152" cy="85953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3248" y="3730752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13248" y="407822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не отправит форму если поле пустое</a:t>
            </a:r>
            <a:endParaRPr lang="en-US" sz="1800"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48D486B-9EBE-4158-1F8F-597FA2C66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сервера — POST-роут и Form(...)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420624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</a:rPr>
              <a:t>Два роута — два метода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1225296"/>
            <a:ext cx="4151376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25296"/>
            <a:ext cx="73152" cy="11338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@app.get("/") — 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" y="1664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index(request: Request):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# показываем форму пользователю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6592" y="1225296"/>
            <a:ext cx="4151376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225296"/>
            <a:ext cx="73152" cy="113385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@app.post("/submit") — POST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82896" y="1664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submit(request: Request, ...):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# принимаем данные формы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" y="2487168"/>
            <a:ext cx="8631936" cy="384048"/>
          </a:xfrm>
          <a:prstGeom prst="rect">
            <a:avLst/>
          </a:prstGeom>
          <a:solidFill>
            <a:srgbClr val="2E1065"/>
          </a:solidFill>
          <a:ln w="6350">
            <a:solidFill>
              <a:srgbClr val="C02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87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</a:rPr>
              <a:t>Form(...) — чтение полей из тела запроса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2962656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962656"/>
            <a:ext cx="73152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9809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str = Form(...)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" y="331012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Берёт поле username из тела запроса как строку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0016" y="2962656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2962656"/>
            <a:ext cx="73152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9809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str = Form(...)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82896" y="331012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Берёт поле email. Имя совпадает с name= в HTML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56032" y="3950208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950208"/>
            <a:ext cx="73152" cy="89611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684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int = Form(...)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" y="429768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Строку '25' автоматически превращает в число 25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00016" y="3950208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0016" y="3950208"/>
            <a:ext cx="73152" cy="8961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9684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Form(...) — три точки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82896" y="429768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обязательно. Пустое или неверное — 422</a:t>
            </a:r>
            <a:endParaRPr lang="en-US" sz="18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777C286-CCA9-D2BA-3304-63E65195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Form(...) — как FastAPI читает данные формы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743200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768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HTML-форма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1133856"/>
            <a:ext cx="2743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name="username"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name="email"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name="age"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35808" y="12984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82112" y="713232"/>
            <a:ext cx="2743200" cy="157276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768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запроса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82112" y="1133856"/>
            <a:ext cx="2743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username=Иван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email=i@mail.ru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age=25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61888" y="12984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08192" y="713232"/>
            <a:ext cx="2743200" cy="157276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768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Form(...)→Python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08192" y="1133856"/>
            <a:ext cx="2743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str, str, int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значения готовы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" y="2267712"/>
            <a:ext cx="8631936" cy="2651760"/>
          </a:xfrm>
          <a:prstGeom prst="rect">
            <a:avLst/>
          </a:prstGeom>
          <a:solidFill>
            <a:srgbClr val="2E1065"/>
          </a:solidFill>
          <a:ln w="1016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267712"/>
            <a:ext cx="8631936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677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Аналогия: Form(...) — ячейки на складе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" y="2706624"/>
            <a:ext cx="83027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приходит посылка (POST-запрос), кладовщик (FastAPI) знает: «имя в ячейке username, адрес в ячейке email, количество в ячейке age». Form(...) — метка на ячейке: «обязательно проверь, без этого не работаем».</a:t>
            </a:r>
            <a:endParaRPr lang="en-US" sz="18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FD4BAAB-2748-1A00-1A5E-3036C1DED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валидация типов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768096"/>
            <a:ext cx="8339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всегда отправляет данные как строки — даже цифру 25 в поле «Возраст». Когда вы пишете age: int = Form(...), FastAPI автоматически превращает строку '25' в число 25.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1682496"/>
            <a:ext cx="8631936" cy="804672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82496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773936"/>
            <a:ext cx="56692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739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2416" y="17556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Ввод: age = "25"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69664" y="1755648"/>
            <a:ext cx="4645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int = 25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" y="2157984"/>
            <a:ext cx="8339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'25' автоматически стала числом 25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" y="2596896"/>
            <a:ext cx="8631936" cy="804672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596896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2688336"/>
            <a:ext cx="56692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883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ERR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2416" y="26700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Ввод: age = "abc"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69664" y="2670048"/>
            <a:ext cx="4645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422 Unprocessable Entity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2336" y="3072384"/>
            <a:ext cx="8339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'abc' нельзя превратить в int — FastAPI отклоняет запрос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" y="3511296"/>
            <a:ext cx="8631936" cy="804672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11296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602736"/>
            <a:ext cx="56692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6027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ERR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2416" y="35844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Ввод: age = ""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69664" y="3584448"/>
            <a:ext cx="4645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422 Unprocessable Entity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" y="3986784"/>
            <a:ext cx="8339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Form(...) — поле обязательно, пустое не принимается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6032" y="4370831"/>
            <a:ext cx="8631936" cy="702395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902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турникет в метро — правильный билет проходит, неправильный — стоп. FastAPI делает то же самое: ожидает int, получает 'abc' — возвращает 422.</a:t>
            </a:r>
            <a:endParaRPr lang="en-US" sz="18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73BBC08-5A74-4982-95E3-9B17852E6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результата — result.html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1"/>
            <a:ext cx="4846320" cy="4255009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846320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7132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result.html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"base.html" %}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450165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content %}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715341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style="background:#EDE9FE;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2026237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border-left:6px solid #7C3AED;"&gt;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510869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{{ username }} — из Python context #}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2885773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&lt;h1&gt;Добро пожаловать,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3150949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{{ username }}!&lt;/h1&gt;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492325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&lt;p&gt;Имя: {{ username }}&lt;/p&gt;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3757501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&lt;p&gt;Почта: {{ email }}&lt;/p&gt;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4022677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&lt;p&gt;Возраст: {{ age }} лет&lt;/p&gt;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" y="4377769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href="/"&gt;← К форме&lt;/a&gt;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" y="4612805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" y="5321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66944" y="713232"/>
            <a:ext cx="3621024" cy="4255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66944" y="713232"/>
            <a:ext cx="3621024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713232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Как данные попадают в шаблон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13248" y="1298448"/>
            <a:ext cx="256032" cy="25603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42432" y="1225296"/>
            <a:ext cx="3035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заполняет форму и нажимает кнопку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3248" y="1883664"/>
            <a:ext cx="256032" cy="25603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42432" y="1810512"/>
            <a:ext cx="3035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отправляет POST /submit с данными в теле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13248" y="2468880"/>
            <a:ext cx="256032" cy="25603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42432" y="2395728"/>
            <a:ext cx="3035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читает поля через Form(...) и вызывает submit()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13248" y="3054096"/>
            <a:ext cx="256032" cy="25603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742432" y="2980944"/>
            <a:ext cx="3035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context={} передаёт username, email, age в шаблон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13248" y="3639312"/>
            <a:ext cx="256032" cy="25603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742432" y="3566160"/>
            <a:ext cx="3035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заменяет {{ username }} → 'Иван' и т.д.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13248" y="4224528"/>
            <a:ext cx="256032" cy="25603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3248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742432" y="4151376"/>
            <a:ext cx="3035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получает готовую HTML-страницу с данными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13F947A0-18B9-54BC-417C-7F0FE3FE7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отправки формы — аналогия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</a:rPr>
              <a:t>Аналогия: заказ в ресторане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1243584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43584"/>
            <a:ext cx="73152" cy="109728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16736"/>
            <a:ext cx="347472" cy="34747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3167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563955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изучаете меню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856563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запрашивает страницу с формой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0016" y="1243584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243584"/>
            <a:ext cx="73152" cy="109728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316736"/>
            <a:ext cx="347472" cy="34747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66944" y="13167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Заполнить форму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66944" y="1563955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делаете заказ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66944" y="1856563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данные и нажимает кнопку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6032" y="2450592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450592"/>
            <a:ext cx="73152" cy="109728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523744"/>
            <a:ext cx="347472" cy="34747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25237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/submit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77096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Официант несёт заказ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3063571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отправляет данные в теле POST-запроса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00016" y="2450592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2450592"/>
            <a:ext cx="73152" cy="109728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523744"/>
            <a:ext cx="347472" cy="34747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66944" y="25237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python-multipart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66944" y="277096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Расшифровывает заказ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66944" y="3063571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Декодирует тело запроса в Python-данные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56032" y="3657600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657600"/>
            <a:ext cx="73152" cy="109728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730752"/>
            <a:ext cx="347472" cy="34747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2960" y="37307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submit(Form...)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2960" y="397797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Повар готовит блюдо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2960" y="4270579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вызывает функцию и передаёт аргументы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700016" y="3657600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3657600"/>
            <a:ext cx="73152" cy="109728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730752"/>
            <a:ext cx="347472" cy="34747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66944" y="37307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result.html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66944" y="397797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Официант приносит блюдо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266944" y="4270579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рендерит шаблон, браузер показывает страницу</a:t>
            </a:r>
            <a:endParaRPr lang="en-US" sz="1800" dirty="0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1EA6DAB5-21A4-0CD6-18E8-F52048EA9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ошибки и их решения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9692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804671"/>
            <a:ext cx="3657600" cy="841925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4932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Unprocessable Entity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69664" y="786384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name="username" в HTML не совпадает с username: str = Form(...) в Python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1792224"/>
            <a:ext cx="8631936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92224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883663"/>
            <a:ext cx="3657600" cy="841925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53924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data requires python-multipart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69664" y="1865376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python-multipart==0.0.24 не в requirements.txt. Добавьте и выполните docker compose up --build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" y="2871216"/>
            <a:ext cx="8631936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871216"/>
            <a:ext cx="73152" cy="9692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2962655"/>
            <a:ext cx="3657600" cy="841925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32916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 Method Not Allowed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69664" y="2944368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Форма шлёт POST, но роут объявлен через @app.get. Замените на @app.post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6032" y="3950208"/>
            <a:ext cx="8631936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950208"/>
            <a:ext cx="73152" cy="9692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4041647"/>
            <a:ext cx="3657600" cy="841925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11908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Браузер предупреждает при F5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69664" y="4023360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Это нормально: браузер спрашивает о повторной отправке POST. Решается через Redirect — занятие 5</a:t>
            </a:r>
            <a:endParaRPr lang="en-US" sz="1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3A0D5FB-0961-CA55-2E06-69CF42B9B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C026D3">
              <a:alpha val="12000"/>
            </a:srgbClr>
          </a:solidFill>
          <a:ln w="12700">
            <a:solidFill>
              <a:srgbClr val="C026D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128016"/>
            <a:ext cx="2926080" cy="32918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28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ИТОГИ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8521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слышит пользователя!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71600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70078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1517904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— получить данные, POST — отправить. Разница в безопасности и назначении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36592" y="1371600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371600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70078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66944" y="1517904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HTML-форма: action, method, name= в каждом поле ввода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" y="2450592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450592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" y="2596896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Form(...) — читает данные из тела POST-запроса по имени поля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36592" y="2450592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450592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66944" y="2596896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валидация: int = Form(...) защищает без вашего кода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56032" y="3529584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29584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385876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6384" y="3675888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python-multipart — обязателен для работы с формами в FastAPI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36592" y="3529584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529584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5876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66944" y="3675888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цикл: форма → POST → Form() → context → Jinja2 → HTML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56032" y="4773168"/>
            <a:ext cx="8631936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7823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 →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файлы, CSS и изображения</a:t>
            </a:r>
            <a:endParaRPr lang="en-US" sz="180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1880897E-08A8-272A-6DE7-4CCCCCFCF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1188</Words>
  <Application>Microsoft Office PowerPoint</Application>
  <PresentationFormat>Экран (16:9)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3 — HTML-формы и POST-запросы</dc:title>
  <dc:subject>PptxGenJS Presentation</dc:subject>
  <dc:creator>PptxGenJS</dc:creator>
  <cp:lastModifiedBy>ADMIN</cp:lastModifiedBy>
  <cp:revision>4</cp:revision>
  <dcterms:created xsi:type="dcterms:W3CDTF">2026-04-09T07:15:35Z</dcterms:created>
  <dcterms:modified xsi:type="dcterms:W3CDTF">2026-04-09T08:21:07Z</dcterms:modified>
</cp:coreProperties>
</file>